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question, then: I'll answer it in four steps and end with what I'd test. About 10 minutes, then questions; the notebook is open in another tab for any number you want to see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signals, separated later: no response looks like availability; turned down looks like choice. The spread from 14% to 90% accepted is the puzzle. Chance alone would spread drivers by about 4 points, not 19. If anyone says 'six in ten turned you down': six in ten weren't accepted; about two in ten were actual declines, the rest was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obvious explanation is that some drivers get worse offers, so I checked what everyone else did with the same kind of offers. Never 'the driver's fault': the gap is not explained by the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these were noise, the dots would scatter around the middle rather than line up on the diagonal. Learnable is the word that matters: it sets up the router.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them agree that trip length doesn't matter. Then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 to land. Point at one orange line and one teal line. This is what the fleet average hid.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request-only model does worse than guessing the average on unseen days: the strongest version of 'it's not the trips'. The trip-length interaction helps turn-downs and not no-responses, as you'd expect if turn-downs are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correction unprompted, and the like-for-like result. Then point to where the matching evidence sits: the held-out turn-down result and the driver-visible profile. The A/B test settles ranking vs matching. If asked about 32% vs 44%: that sanity check is on the uncapped router, which moves 38% of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a minute. Per minute, not per trip, because time is the cost for a salaried fleet. Airport runs and early mornings are worth positioning for; say 'gross fares, not profit'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layers, one sentence each. The preference profile is driver-friendly: drivers see and adjust it. Tie value back to the fare model. Say explicitly this slots into what they already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61%: not the trips, stable per driver, opposite preferences, a lever worth 1–2 points before touching no-responses, test it. Then the EV question, the limits,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in reserve unless they ask how something was computed. The leave-driver-out formula is the one to derive on a whiteboard. If asked about the 23%: two independent routes to the repeatable driver variance agree — binomial subtraction gives σ 0.186, Spearman–Brown on the split-half gives 0.181.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'where's the ML?': two logistic models tested on days they never saw, plus one linear fare model. Dwell on the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 unless they ask. A naive map would have sent me chasing bad areas that are really driver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if asked. The stacked bars answer 'is 61% a rejection rate' visually: most of the misses are silence. The dumbbell chart is the per-driver version of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ODYSSE · TAKE-HOME · RIDE-HAILING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trip, right driver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Odysse cut the 61% of offers that go unaccepted by sending each trip to the driver most likely to take it, without giving anyone more work?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5,576 ride offers, 17–22 August · 42 drivers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offers in ten go unaccepted, and it varies hugely by driver</a:t>
            </a:r>
            <a:endParaRPr lang="en-US" sz="2600" dirty="0"/>
          </a:p>
        </p:txBody>
      </p:sp>
      <p:pic>
        <p:nvPicPr>
          <p:cNvPr id="3" name="Image 0" descr="/home/claude/charts/hires/cell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2428"/>
            <a:ext cx="4206240" cy="34901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74920" y="1188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5,576 offers not accepted: 43% got no response, 18% were turned down. Each bar on the left is one driver.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→ 90%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accepted, across the 35 drivers with 50+ offers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Odysse's drivers are salaried and on shift, so every unaccepted offer is paid capacity that didn't carry a passenger, and a rider kept waiting.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19872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miss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(43%) looks like availability; turned down (18%) looks like choice. Slide 7 separates them on days the model never saw.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 ends in one of four states. Not accepted = status "Driver rejected" or "Driver did not respond", divided by all 5,576 offers.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= an acceptance timestamp exists (37%). The remaining ~2% ended another way, e.g. the rider cancelled first — so accepted and not-accepted don't sum to 100.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floor: if every driver behaved the same, sampling alone would spread these 35 drivers by √(mean of p̂(1−p̂)/n) ≈ 4 points. The observed spread is 19.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0 — cells 6, 10, 13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accepted = no response + turned down; accepted = 37%; the remaining ~2% ended another way (e.g. rider cancelled first). Drivers with 50+ offers cover 97.5% of all offers. Rider cost is not measurable here (waiting time is blank in the export); response times and re-dispatch counts would size it.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it the trips? No: the offers look alike, the outcomes do not</a:t>
            </a:r>
            <a:endParaRPr lang="en-US" sz="2600" dirty="0"/>
          </a:p>
        </p:txBody>
      </p:sp>
      <p:pic>
        <p:nvPicPr>
          <p:cNvPr id="3" name="Image 0" descr="/home/claude/charts/hires/cell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3396"/>
            <a:ext cx="7818120" cy="31882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looking at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for each driver, how other drivers did with the same kind of offers (same area, same time of day). Bottom row: what each driver actually did.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334256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receives them, these offers get 55–64% not accepted. Drivers range from 8% to 84%. The gap is not explained by the offers.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19872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I pushed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1% of the differences here; at most a few per cent with finer zones, a 4 km grid or a boosted model on raw coordinates. Driver ranking unchanged (0.99).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offer, ask how often OTHER drivers failed to accept the same kind of offer: same pickup ring (&lt;3, 3–8, 8–15, 15+ km from Charing Cross) × same 6-hour block; the ring alone if fewer than 20 comparisons exist.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Leave-driver-out: the cell's counts minus the driver's own, then divide. The average over a driver's offers is their expected rate.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explained = Var(expected) ÷ [Var(observed) − sampling noise] = 0.8%.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1 — cells 15–17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rate = leave-driver-out mean over pickup ring × 6-hour block. Drivers with 50+ offers (35 of 42, 97.5% of offers).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it a bad day? No: each driver's pattern is predictable from day to day</a:t>
            </a:r>
            <a:endParaRPr lang="en-US" sz="2600" dirty="0"/>
          </a:p>
        </p:txBody>
      </p:sp>
      <p:pic>
        <p:nvPicPr>
          <p:cNvPr id="3" name="Image 0" descr="/home/claude/charts/hires/cell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71" y="1234440"/>
            <a:ext cx="5054737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24949" y="1325880"/>
            <a:ext cx="2341811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each driver on 17, 19 and 21 August; then again on 18, 20 and 22. Alternate days, so the thin 19th lands in one set only.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predicts the second, r = 0.83 (1 = identical, 0 = no relation); 24 of 34 drivers stay within 10 points. Stable, so dispatch could learn it.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983480"/>
            <a:ext cx="5330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isn't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ranking of good and bad drivers. A stable pattern could be availability, app habits or preference.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six days into two sets that share no day: A = 17, 19, 21 Aug; B = 18, 20, 22. Each driver's share not accepted in each set, keeping the 34 with ≥20 offers in both.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the two across drivers: 0.83. Subtracting each driver's expected rate first: 0.84.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model-free: noise in set A is independent of noise in set B, so agreement can only come from something that persists.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2 — cell 22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drivers with 20+ offers in both sets. Same result after subtracting each driver's expected rate (r = 0.84).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 drivers prefer different trips? The fleet average says no</a:t>
            </a:r>
            <a:endParaRPr lang="en-US" sz="2600" dirty="0"/>
          </a:p>
        </p:txBody>
      </p:sp>
      <p:pic>
        <p:nvPicPr>
          <p:cNvPr id="3" name="Image 0" descr="/home/claude/charts/hires/cell36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990" y="1234440"/>
            <a:ext cx="282226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971450" y="1417320"/>
            <a:ext cx="434959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medium or long, the share not accepted is 59%, 63%, 62%.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standard analysis shows. On this evidence, trip length is not worth dispatch's attention.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same data, one driver at a time.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length = straight-line km between pickup and dropoff (road distance is about 1.4× that, r = 0.955 on finished trips): short &lt;3, medium 3–8, long 8+.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 accepted in each band, pooling every offer sent to the 35 drivers with 50+ offers.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59.3% / 62.9% / 61.7% — a three-point range, within noise.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3 — cells 33–34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length is straight-line km from pickup and dropoff coordinates; drivers with 50+ offers.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by driver, trip length matters a lot, in opposite directions</a:t>
            </a:r>
            <a:endParaRPr lang="en-US" sz="2600" dirty="0"/>
          </a:p>
        </p:txBody>
      </p:sp>
      <p:pic>
        <p:nvPicPr>
          <p:cNvPr id="3" name="Image 0" descr="/home/claude/charts/hires/cell36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92" y="1234440"/>
            <a:ext cx="4596016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89848" y="1325880"/>
            <a:ext cx="2776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colours mean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lines rise: 17 drivers leave more long trips unaccepted.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lines fall: 15 leave more short trips unaccepted.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grey lines: no clear lean. They cancel out, so the average is flat.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5349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repeats on alternate days, r ≈ 0.77. Shuffling which offers were long or short 1,000 times never gets past 0.60, so p ≈ 0.001.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983480"/>
            <a:ext cx="5330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drivers with the same overall rate can be opposites on trip length. A ranking cannot use that. Matching can.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driver and band: mean of (observed − expected), then centred on that driver's own average so only the shape is left. Lean = long minus short; ±5 points counts.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test: the same long-minus-short gap on set A vs set B, r = 0.77 across 30 drivers.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by permutation: shuffle the long/short labels within each driver × day-set — which keeps every driver's rate and number of long trips — 1,000 times. Largest r by chance 0.60, so p = (0 + 1)/1,001 ≈ 0.001.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split-half covariances → the swing is 23% of what repeats (90% CI 14–34%).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3 — cells 29–35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centred on that driver's own average; 35 drivers with 10+ offers in every band. Stability test uses the 8 km split, 30 drivers.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Does it hold on days the model never saw? Two signals, both driver-level</a:t>
            </a:r>
            <a:endParaRPr lang="en-US" sz="2600" dirty="0"/>
          </a:p>
        </p:txBody>
      </p:sp>
      <p:pic>
        <p:nvPicPr>
          <p:cNvPr id="3" name="Image 0" descr="/home/claude/charts/hires/cell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4502"/>
            <a:ext cx="7818120" cy="31260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models trained on 17–20 August, tested on 21–22 August. Each bar is how much better the prediction gets when that ingredient is added.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334256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alone predicts worse than a constant. Knowing the driver is the big step. Recent behaviour adds almost nothing once the driver is known.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19872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responses are predicted by who the driver is, not the trip: availability. Turn-downs are predicted by the driver and their trip-length preference: choice.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17–20 Aug, test on 21–22. L2 logistic regression; the regularisation strength is chosen by fitting 17–19 and scoring 20 Aug, then refitted on all four days.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log loss on the unseen days. Each bar is the gain over the model above it; the first is over a constant at the training base rate.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nested models: request → + driver (one 0/1 column each) → + recent state (only what was ≥60 s old) → + driver × log km.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intervals from resampling whole driver-days 1,000×, because offers within a driver-day are not independent.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4 — cells 39–44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in held-out log loss; 90% intervals from resampling driver-days. Recent behaviour uses only information at least 60 seconds old at dispatch time.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Could dispatch use it? A prototype router: about 1–2 points, test it live</a:t>
            </a:r>
            <a:endParaRPr lang="en-US" sz="2600" dirty="0"/>
          </a:p>
        </p:txBody>
      </p:sp>
      <p:pic>
        <p:nvPicPr>
          <p:cNvPr id="3" name="Image 0" descr="/home/claude/charts/hires/cell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1234440"/>
            <a:ext cx="729996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four days, run on two it never saw. Each offer goes to the nearby driver most likely to accept, workload held near actual.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334256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correction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estimate +4 points. A router built on scrambled histories scored itself +4 too, so the model was flattering its choices. Honest range at held workload: +1 to 2.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19872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and can't show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for like, routing by driver alone also gains about a point; the trip term adds up to a point more, but only by the model that contains it. The router proves the lever is real; the case for matching rests on the held-out test and a driver-visible preference.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acceptance models trained on 17–20 Aug: driver-only, and driver + driver × km.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for each test offer: the actual driver, plus anyone offered something in the same ring within ±10 min who wasn't mid-trip (median 2).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 time order to the highest-scoring candidate with room; strict cap = never more than 3 offers ahead of the work that had actually come their way.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is scored by both models, so none is judged only by the model that chose it.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5 — cells 55–62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2,221 test offers; median 2 candidate drivers; 15% moved under the strict cap, so the 1–2 point average is roughly 8–16 points on the offers that move. Two nested models scored on the same offers: a cautious check. Modelled, not measured.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Where is a salaried minute worth most? Airport runs and early mornings</a:t>
            </a:r>
            <a:endParaRPr lang="en-US" sz="2600" dirty="0"/>
          </a:p>
        </p:txBody>
      </p:sp>
      <p:pic>
        <p:nvPicPr>
          <p:cNvPr id="3" name="Image 0" descr="/home/claude/charts/hires/cell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4478"/>
            <a:ext cx="7818120" cy="25460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 minute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Odysse's drivers are paid for their time, so the fare a trip earns per minute of driving is what matters, not the fare per trip.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334256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Airport-category trips earn £0.72 a minute against £0.54 for a standard trip, and go unaccepted less often (50% vs 61%). Trips starting 3–9am earn £0.70–0.90 a minute; the busy 9am–9pm stretch earns £0.52–0.56.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19872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capacity is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driver activity sits in the 9am–9pm stretch, which earns £0.54 a minute; 13% sits in 3–9am, which earns £0.73. Most of the fleet's paid time is in its worst-paying hours. No cost data in the export, so this is fare, not profit.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÷ ride minutes as totals per group over 1,604 finished trips with a fare — totals, not the mean of per-trip ratios, so every minute counts the same.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= a product label on the category, not a zone. Declined less: 50% of the 280 airport-category offers were not accepted, vs 61% of all offers.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a driver-block = one driver × 3-hour block × date with ≥1 offer — the closest stand-in for availability in this export.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model: least squares on recorded miles and minutes; 5-fold CV R² 0.88.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6 — cells 66–69; airport check in cell 76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÷ ride minutes over 1,604 finished trips with a fare. Gross fare revenue, not profit; the empty return leg from airports is not in the data. Airport is a product label, not a zone.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request to a driver who is available, well-matched and operationally sensible, keeping workload fair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063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00" b="1" spc="3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driver meaningfully available now?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run of no-responses, re-route sooner so the rider isn't kept waiting, and check in with the driver. This is about rider time, not prediction.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slide 7 — no-responses are predicted by who the driver is, not the trip (cell 44). Recent no-responses don't predict the next one once the driver is known.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334256" y="14630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62856" y="1691640"/>
            <a:ext cx="3063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00" b="1" spc="3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suitable request for this driver?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trip-length preference profile that drivers can see and adjust. Feed it into the existing orchestration as a feature, and A/B test it at equal workload.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slides 6–7 — opposite leans that repeat (r = 0.77, cell 31); the trip-length term improves held-out turn-down prediction (cell 44).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9872" y="14630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48472" y="1691640"/>
            <a:ext cx="3063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00" b="1" spc="3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good matches, which is best for the fleet?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are mostly distance and time (R² 0.88); airport-category trips pay about £6.60 more. Weigh predicted trip value alongside the chance of acceptance.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slide 9 — fare model and value per minute (cells 67–69). A dispatch-time version needs predicted distance and duration.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inputs to Odysse's existing orchestration system, not a replacement for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can the 61% come down?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818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explained by the trips, each driver's pattern is stable, and drivers differ in which trips suit them. That is a lever dispatch isn't pulling. Routing on it is worth about 1–2 points of acceptance across all offers in the offline test — roughly 56–112 more accepted offers over a six-day window like this one, about £700–1,400 in gross fares. It looks small because it can only act where a second driver is free: on the offers it does move, acceptance rises about 8 to 16 points. Whether matching on the trip beats a plain ranking is the open question the A/B test answers.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for an EV fleet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turn down more trips as their completed miles for the day build up, about +9 points per 50 miles; time since their first offer makes no difference. That hints at something that depletes with driving: charge, or fatigue. A lead, not a finding; battery and shift logs would settle 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342900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preference-aware dispatch, workload held equal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candidate drivers per request, response times, pickup ETA, fare shown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battery, charging and shift start/end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a longer window: six days is thin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41080" y="1234440"/>
            <a:ext cx="2999232" cy="374904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87384" y="1362456"/>
            <a:ext cx="27066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arithmetic: 1 point of acceptance on 5,576 offers = 56 more accepted; about ¾ of accepted offers finish (1,604 finished trips of ~2,060 accepted); at ~£17 a trip that is ≈ £700 per point. Gross fares, not profit — no cost data.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 points on moved offers = the 1.2–2.4 point average ÷ the 15% of offers that move.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lead: logistic regression of turn-downs on driver, 3-hour bin, long trip, miles so far today ÷ 50 and hours since first offer ÷ 4, over the 3,206 responded offers. Miles coefficient 0.41 [0.24, 0.77], which is about +9 points at the 32% base rate; hours ≈ 0.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cells 52, 61–62, 67–69; Step 6 note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six days, one nearly empty; another driver's answer to the same offer is never observed; rings, straight-line km and mileage are proxies.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maths, part 1: how each number is computed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508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rate, leaving the driver out</a:t>
            </a:r>
            <a:endParaRPr lang="en-US" sz="1300" dirty="0"/>
          </a:p>
        </p:txBody>
      </p:sp>
      <p:pic>
        <p:nvPicPr>
          <p:cNvPr id="5" name="Image 0" descr="/home/claude/formulas/f_exp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2186513" cy="15368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868552"/>
            <a:ext cx="3118104" cy="166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 = pickup ring × 6-hour block. S = offers not accepted in the cell, N = offers in it; the driver's own are subtracted. O_d is what the driver actually did. σ_noise uses each driver's own rate p̂_d and count n_d, averaged over the 35 drivers (with the fleet rate instead it is ≈ 0.045). Observed spread across drivers: 0.19.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10, 15–17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34256" y="132588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35424" y="1508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offers explain, and stability</a:t>
            </a:r>
            <a:endParaRPr lang="en-US" sz="1300" dirty="0"/>
          </a:p>
        </p:txBody>
      </p:sp>
      <p:pic>
        <p:nvPicPr>
          <p:cNvPr id="9" name="Image 1" descr="/home/claude/formulas/f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103120"/>
            <a:ext cx="2282845" cy="95211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35424" y="3283839"/>
            <a:ext cx="3118104" cy="224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Var(O_d) − σ²_noise is the between-driver variance with sampling noise removed. A variance ratio, not a regression R² — the more generous construction for the request mix. 1% with rings, 2–3% with fine zones, 4% with a boosted model on raw coordinates. A = 17, 19, 21 Aug; B = 18, 20, 22 Aug; drivers with 20+ offers in each.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17, 22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119872" y="132588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1508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Trip-length lean, its test, its size</a:t>
            </a:r>
            <a:endParaRPr lang="en-US" sz="1300" dirty="0"/>
          </a:p>
        </p:txBody>
      </p:sp>
      <p:pic>
        <p:nvPicPr>
          <p:cNvPr id="13" name="Image 2" descr="/home/claude/formulas/f_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03120"/>
            <a:ext cx="3118104" cy="201281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4344534"/>
            <a:ext cx="3118104" cy="118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r* is the correlation after shuffling the long/short label within each driver and day-set, B = 1,000 times; the largest was 0.60. The variance split uses split-half covariances (set A × set B), so day-to-day noise cancels; s(1−s) turns a between-group gap into its per-offer variance, with s the share of offers that are long trips.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29–31, 35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fitted model: counting, correlation and a permutation test.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maths, part 2: the models and how they were validated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508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model, scored out of sample</a:t>
            </a:r>
            <a:endParaRPr lang="en-US" sz="1300" dirty="0"/>
          </a:p>
        </p:txBody>
      </p:sp>
      <p:pic>
        <p:nvPicPr>
          <p:cNvPr id="5" name="Image 0" descr="/home/claude/formulas/f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3118104" cy="8731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204875"/>
            <a:ext cx="3118104" cy="232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pickup ring, product, log trip km, 3-hour bins, scheduled. γ_d: the driver. δ_d: that driver's own slope on trip length. L2 regularised, strength chosen on the last training day only. Train 17–20 Aug, test 21–22 Aug; 90% intervals by resampling driver-days 1,000 times (300 for the mileage lead).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39–44, 51–52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34256" y="132588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35424" y="1508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pic>
        <p:nvPicPr>
          <p:cNvPr id="9" name="Image 1" descr="/home/claude/formulas/f_rou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103120"/>
            <a:ext cx="2735382" cy="96780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35424" y="3299521"/>
            <a:ext cx="3118104" cy="223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C(i): drivers seen in training with an offer in the same ring within 10 minutes, not on a trip, plus the actual driver. Two caps: nobody exceeds their actual test-day count (loose), or is ever more than 3 offers ahead of the work that had come their way (strict). Scored by each of the two models; the self-scored figure is discounted.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55–62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119872" y="1325880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1508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fooling myself</a:t>
            </a:r>
            <a:endParaRPr lang="en-US" sz="1300" dirty="0"/>
          </a:p>
        </p:txBody>
      </p:sp>
      <p:pic>
        <p:nvPicPr>
          <p:cNvPr id="13" name="Image 2" descr="/home/claude/formulas/f_f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03120"/>
            <a:ext cx="2773467" cy="8557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3187507"/>
            <a:ext cx="3118104" cy="234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 driver histories: that router scores itself about +4 too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Recent-behaviour features use only information 60+ seconds old; without the rule the gain doubled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the uncapped router would move (38% of them) were accepted 32%, vs 44% for those it kept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tests rather than assumed distributions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value: the fare regression above, 5-fold cross-validated.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 44, 62, 66–67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logistic models and the fare regression are the only fitted models in the analysis.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Appendix. Is it where they work? Mostly no: area averages reflect who was driving there</a:t>
            </a:r>
            <a:endParaRPr lang="en-US" sz="2200" dirty="0"/>
          </a:p>
        </p:txBody>
      </p:sp>
      <p:pic>
        <p:nvPicPr>
          <p:cNvPr id="3" name="Image 0" descr="/home/claude/charts/hires/cell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7262"/>
            <a:ext cx="7818120" cy="31605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is: central and west London. Grey dots are every pickup and dropoff; the Thames shows as the gap.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334256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against each driver's usual rate. Few areas stand out, and the pattern only weakly repeats across days (r = 0.31).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19872" y="4983480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area rates correlate 0.65 with the usual rate of the drivers working there, so a plain map would mislead.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1234440"/>
            <a:ext cx="2999232" cy="3566160"/>
          </a:xfrm>
          <a:prstGeom prst="roundRect">
            <a:avLst>
              <a:gd name="adj" fmla="val 3049"/>
            </a:avLst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87384" y="1362456"/>
            <a:ext cx="2706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b="1" spc="2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THIS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 squares within 20 km of Charing Cross; keep the 59 with ≥30 offers. Square rates spread 0.11 vs 0.07 from chance — so places do differ.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square's rate correlates 0.65 with the usual rate of the drivers who happened to work there.</a:t>
            </a:r>
            <a:endParaRPr lang="en-US" sz="950" dirty="0"/>
          </a:p>
          <a:p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driver: each offer minus its own driver's usual rate; square means on set A vs set B repeat at only r = 0.31 (43 squares with ≥15 offers on each).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Step 2 — cells 23–24, 27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Hexagons with 25+ offers; km east and north of Charing Cross.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B. Two more views of the same evidence</a:t>
            </a:r>
            <a:endParaRPr lang="en-US" sz="2600" dirty="0"/>
          </a:p>
        </p:txBody>
      </p:sp>
      <p:pic>
        <p:nvPicPr>
          <p:cNvPr id="3" name="Image 0" descr="/home/claude/charts/hires/cell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6" y="1325880"/>
            <a:ext cx="4237907" cy="3749040"/>
          </a:xfrm>
          <a:prstGeom prst="rect">
            <a:avLst/>
          </a:prstGeom>
        </p:spPr>
      </p:pic>
      <p:pic>
        <p:nvPicPr>
          <p:cNvPr id="4" name="Image 1" descr="/home/claude/charts/hires/cell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68" y="1325880"/>
            <a:ext cx="5339376" cy="3749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212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driver misses in a different way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 per driver: accepted, no response, turned down, other. 21 of 35 miss almost entirely one way — 16 mostly silence, 5 mostly refusals. Cells 11–12.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257800" y="5212080"/>
            <a:ext cx="6382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offers look alike; the outcomes do not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dot: what other drivers did with this driver's offers (same ring, same time of day). Blue dot: this driver's actual rate. Every grey dot sits in 55–64%; the blue ones run 8–84%. Cells 17–19.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29107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charts are the notebook's own outputs; slides 2 and 3 show the plainer versions.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Right trip, right driver — Odysse take-home</dc:title>
  <dc:subject>PptxGenJS Presentation</dc:subject>
  <dc:creator>Leo</dc:creator>
  <cp:lastModifiedBy>Leo</cp:lastModifiedBy>
  <cp:revision>1</cp:revision>
  <dcterms:created xsi:type="dcterms:W3CDTF">2026-09-18T07:45:22Z</dcterms:created>
  <dcterms:modified xsi:type="dcterms:W3CDTF">2026-09-18T07:45:22Z</dcterms:modified>
</cp:coreProperties>
</file>